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5" r:id="rId2"/>
    <p:sldMasterId id="2147483677" r:id="rId3"/>
    <p:sldMasterId id="2147483679" r:id="rId4"/>
    <p:sldMasterId id="2147483682" r:id="rId5"/>
  </p:sldMasterIdLst>
  <p:notesMasterIdLst>
    <p:notesMasterId r:id="rId13"/>
  </p:notesMasterIdLst>
  <p:sldIdLst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219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8" name="Google Shape;76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9" name="Google Shape;769;p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0" name="Google Shape;770;p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1" name="Google Shape;771;p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37251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74" name="Google Shape;774;p4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5" name="Google Shape;775;p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6" name="Google Shape;776;p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7" name="Google Shape;777;p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767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0" name="Google Shape;78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1" name="Google Shape;781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2" name="Google Shape;782;p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3" name="Google Shape;783;p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4" name="Google Shape;784;p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72848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7" name="Google Shape;787;p6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8" name="Google Shape;788;p6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9" name="Google Shape;789;p6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0" name="Google Shape;790;p6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1" name="Google Shape;791;p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2" name="Google Shape;792;p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3" name="Google Shape;793;p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75817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6" name="Google Shape;796;p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7" name="Google Shape;797;p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8" name="Google Shape;798;p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806498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1" name="Google Shape;801;p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2" name="Google Shape;802;p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40140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05" name="Google Shape;805;p9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6" name="Google Shape;806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7" name="Google Shape;807;p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8" name="Google Shape;808;p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9" name="Google Shape;809;p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6265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2" name="Google Shape;812;p10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13" name="Google Shape;813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4" name="Google Shape;814;p1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1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6" name="Google Shape;816;p1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22331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9" name="Google Shape;819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0" name="Google Shape;820;p1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1" name="Google Shape;821;p1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2" name="Google Shape;822;p1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26436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2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5" name="Google Shape;825;p12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6" name="Google Shape;826;p1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7" name="Google Shape;827;p1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8" name="Google Shape;828;p1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71147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3"/>
          <p:cNvSpPr txBox="1">
            <a:spLocks noGrp="1"/>
          </p:cNvSpPr>
          <p:nvPr>
            <p:ph type="title"/>
          </p:nvPr>
        </p:nvSpPr>
        <p:spPr>
          <a:xfrm>
            <a:off x="838091" y="365084"/>
            <a:ext cx="10515900" cy="8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Poppins"/>
              <a:buNone/>
              <a:defRPr sz="3599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100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37753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668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3" name="Google Shape;84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4" name="Google Shape;844;p1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5" name="Google Shape;845;p1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6" name="Google Shape;846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2714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9" name="Google Shape;849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50" name="Google Shape;850;p1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1" name="Google Shape;851;p1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2" name="Google Shape;852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253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8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5" name="Google Shape;855;p18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6" name="Google Shape;856;p1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7" name="Google Shape;857;p1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8" name="Google Shape;858;p1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48251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1" name="Google Shape;86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2" name="Google Shape;86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3" name="Google Shape;863;p1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4" name="Google Shape;864;p1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5" name="Google Shape;865;p1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8106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8" name="Google Shape;868;p2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9" name="Google Shape;869;p2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0" name="Google Shape;870;p20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1" name="Google Shape;871;p20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2" name="Google Shape;872;p2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3" name="Google Shape;873;p2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4" name="Google Shape;874;p2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3353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2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77" name="Google Shape;877;p2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8" name="Google Shape;878;p2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9" name="Google Shape;879;p2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87634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2" name="Google Shape;882;p2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3" name="Google Shape;883;p2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1394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6" name="Google Shape;886;p23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7" name="Google Shape;88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8" name="Google Shape;888;p2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9" name="Google Shape;889;p2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0" name="Google Shape;890;p2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80456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93" name="Google Shape;893;p24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94" name="Google Shape;89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5" name="Google Shape;895;p2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6" name="Google Shape;896;p2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7" name="Google Shape;897;p2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18649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2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0" name="Google Shape;900;p25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1" name="Google Shape;901;p2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2" name="Google Shape;902;p2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2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9851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26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6" name="Google Shape;906;p26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7" name="Google Shape;907;p2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8" name="Google Shape;908;p2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9" name="Google Shape;909;p2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15380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937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Title Slide"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28"/>
          <p:cNvSpPr txBox="1">
            <a:spLocks noGrp="1"/>
          </p:cNvSpPr>
          <p:nvPr>
            <p:ph type="ctrTitle"/>
          </p:nvPr>
        </p:nvSpPr>
        <p:spPr>
          <a:xfrm>
            <a:off x="3482340" y="3911285"/>
            <a:ext cx="9144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aramond"/>
              <a:buNone/>
              <a:defRPr sz="6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53147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3960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Title Slide"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0"/>
          <p:cNvSpPr txBox="1">
            <a:spLocks noGrp="1"/>
          </p:cNvSpPr>
          <p:nvPr>
            <p:ph type="ctrTitle"/>
          </p:nvPr>
        </p:nvSpPr>
        <p:spPr>
          <a:xfrm>
            <a:off x="3482340" y="3911285"/>
            <a:ext cx="9144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aramond"/>
              <a:buNone/>
              <a:defRPr sz="6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23903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 preserve="1">
  <p:cSld name="1_Title Slide"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37" name="Google Shape;937;p3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8" name="Google Shape;938;p3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9" name="Google Shape;939;p3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0" name="Google Shape;940;p3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08258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52" name="Google Shape;952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3" name="Google Shape;953;p3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4" name="Google Shape;954;p3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5" name="Google Shape;955;p3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55264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3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58" name="Google Shape;958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59" name="Google Shape;959;p3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0" name="Google Shape;960;p3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1" name="Google Shape;961;p3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7648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5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64" name="Google Shape;964;p35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65" name="Google Shape;965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6" name="Google Shape;966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7" name="Google Shape;967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58766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0" name="Google Shape;970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1" name="Google Shape;971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2" name="Google Shape;972;p3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3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4" name="Google Shape;974;p3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01923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37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7" name="Google Shape;977;p37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8" name="Google Shape;978;p37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9" name="Google Shape;979;p37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0" name="Google Shape;980;p37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1" name="Google Shape;981;p3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3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3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22930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38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86" name="Google Shape;986;p3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7" name="Google Shape;987;p3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3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9484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1" name="Google Shape;991;p3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2" name="Google Shape;992;p3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31561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5" name="Google Shape;995;p40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6" name="Google Shape;996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7" name="Google Shape;997;p4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8" name="Google Shape;998;p4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9" name="Google Shape;999;p4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266338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2" name="Google Shape;1002;p41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3" name="Google Shape;1003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4" name="Google Shape;1004;p4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5" name="Google Shape;1005;p4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6" name="Google Shape;1006;p4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07244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4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9" name="Google Shape;1009;p42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0" name="Google Shape;1010;p4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1" name="Google Shape;1011;p4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2" name="Google Shape;1012;p4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37162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43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15" name="Google Shape;1015;p43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6" name="Google Shape;1016;p4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7" name="Google Shape;1017;p4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8" name="Google Shape;1018;p4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41299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21" name="Google Shape;1021;p4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337883" algn="l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1721"/>
              <a:buChar char="⚫"/>
              <a:defRPr/>
            </a:lvl1pPr>
            <a:lvl2pPr marL="914400" lvl="1" indent="-301942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55"/>
              <a:buChar char="⚪"/>
              <a:defRPr/>
            </a:lvl2pPr>
            <a:lvl3pPr marL="1371600" lvl="2" indent="-30003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5"/>
              <a:buChar char="⯍"/>
              <a:defRPr/>
            </a:lvl3pPr>
            <a:lvl4pPr marL="1828800" lvl="3" indent="-2952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?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22" name="Google Shape;1022;p4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3824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54" name="Google Shape;754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5" name="Google Shape;755;p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6" name="Google Shape;756;p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7" name="Google Shape;757;p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58" name="Google Shape;758;p1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9" name="Google Shape;759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667407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5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5" name="Google Shape;835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6" name="Google Shape;836;p1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7" name="Google Shape;837;p1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8" name="Google Shape;838;p1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39" name="Google Shape;839;p15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0" name="Google Shape;840;p1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286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9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2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2" name="Google Shape;912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3" name="Google Shape;913;p2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4" name="Google Shape;914;p2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5" name="Google Shape;915;p2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16" name="Google Shape;916;p27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7" name="Google Shape;917;p27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18" name="Google Shape;918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474374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9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2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23" name="Google Shape;9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4" name="Google Shape;924;p2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5" name="Google Shape;925;p2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6" name="Google Shape;926;p2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27" name="Google Shape;927;p29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8" name="Google Shape;928;p29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9" name="Google Shape;929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29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1" name="Google Shape;931;p29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32" name="Google Shape;932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683342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2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44" name="Google Shape;944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5" name="Google Shape;945;p3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6" name="Google Shape;946;p3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7" name="Google Shape;947;p3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48" name="Google Shape;948;p32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9" name="Google Shape;949;p32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15682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01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959352" y="128557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Product / Project Name ]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923809"/>
            <a:ext cx="10588752" cy="1988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No:                                                                                                Category: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/ Product / Software / Research-Product-Software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183086" y="2276127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83086" y="2471897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Bagyammal T, Professor, CSE Department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8849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600" dirty="0">
              <a:solidFill>
                <a:srgbClr val="FF0000"/>
              </a:solidFill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943137"/>
              </p:ext>
            </p:extLst>
          </p:nvPr>
        </p:nvGraphicFramePr>
        <p:xfrm>
          <a:off x="640080" y="3274708"/>
          <a:ext cx="11274552" cy="1828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URL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Member Name ]</a:t>
                      </a:r>
                      <a:endParaRPr 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40080" y="51663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Product Demo: 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[URL]   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		   GitHub Repository: 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[URL]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363E79-8852-E211-BCE6-3E9C3F640AA7}"/>
              </a:ext>
            </a:extLst>
          </p:cNvPr>
          <p:cNvSpPr txBox="1"/>
          <p:nvPr/>
        </p:nvSpPr>
        <p:spPr>
          <a:xfrm>
            <a:off x="640080" y="5605492"/>
            <a:ext cx="99408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is prepared for </a:t>
            </a:r>
            <a:r>
              <a:rPr lang="en-US" sz="1600" b="1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/ Project / Hackathon / Industry Demo</a:t>
            </a:r>
          </a:p>
          <a:p>
            <a:pPr marL="0" indent="0">
              <a:buNone/>
            </a:pPr>
            <a:r>
              <a:rPr lang="en-US" sz="1600" b="1" i="1" dirty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If course specify the course code-Name</a:t>
            </a: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22" name="Picture 2" descr="Amrita Vishwa Vidyapeetham, Coimbatore: Courses, Fees ...">
            <a:extLst>
              <a:ext uri="{FF2B5EF4-FFF2-40B4-BE49-F238E27FC236}">
                <a16:creationId xmlns:a16="http://schemas.microsoft.com/office/drawing/2014/main" id="{8F23BC69-80AD-8BA8-BC5B-CEF206E32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25989" y="133557"/>
            <a:ext cx="965000" cy="9430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Statement: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9888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</a:rPr>
              <a:t>Objective:</a:t>
            </a:r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4046221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</a:rPr>
              <a:t>Sub-Objectives:</a:t>
            </a:r>
          </a:p>
        </p:txBody>
      </p:sp>
      <p:sp>
        <p:nvSpPr>
          <p:cNvPr id="11" name="Text 9"/>
          <p:cNvSpPr/>
          <p:nvPr/>
        </p:nvSpPr>
        <p:spPr>
          <a:xfrm>
            <a:off x="1005840" y="37490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89320" y="4800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</a:rPr>
              <a:t>Architecture diagram:</a:t>
            </a:r>
          </a:p>
        </p:txBody>
      </p:sp>
      <p:sp>
        <p:nvSpPr>
          <p:cNvPr id="15" name="Text 13"/>
          <p:cNvSpPr/>
          <p:nvPr/>
        </p:nvSpPr>
        <p:spPr>
          <a:xfrm>
            <a:off x="6195060" y="338328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66660" y="338328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8938260" y="338328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89320" y="539496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 Products in the Same Area: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FF0000"/>
              </a:solidFill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995237"/>
              </p:ext>
            </p:extLst>
          </p:nvPr>
        </p:nvGraphicFramePr>
        <p:xfrm>
          <a:off x="263236" y="1417320"/>
          <a:ext cx="11285635" cy="3688080"/>
        </p:xfrm>
        <a:graphic>
          <a:graphicData uri="http://schemas.openxmlformats.org/drawingml/2006/table">
            <a:tbl>
              <a:tblPr/>
              <a:tblGrid>
                <a:gridCol w="1584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893">
                  <a:extLst>
                    <a:ext uri="{9D8B030D-6E8A-4147-A177-3AD203B41FA5}">
                      <a16:colId xmlns:a16="http://schemas.microsoft.com/office/drawing/2014/main" val="2081401370"/>
                    </a:ext>
                  </a:extLst>
                </a:gridCol>
                <a:gridCol w="3489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6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Name </a:t>
                      </a:r>
                      <a:endParaRPr lang="en-US" sz="28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sym typeface="Arial"/>
                        </a:rPr>
                        <a:t>URL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28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28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of Product: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724912" cy="3703320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234440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19272" y="2743200"/>
            <a:ext cx="2724912" cy="3703320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502152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096512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502152" y="3611880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81344" y="2743200"/>
            <a:ext cx="2724912" cy="3703320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364224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58584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Features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64224" y="3611880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043416" y="2743200"/>
            <a:ext cx="2724912" cy="3703320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226296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9820656" y="29718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Focused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9226296" y="3611880"/>
            <a:ext cx="235915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Contributions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contribution of each team member</a:t>
            </a:r>
            <a:endParaRPr lang="en-US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312776"/>
              </p:ext>
            </p:extLst>
          </p:nvPr>
        </p:nvGraphicFramePr>
        <p:xfrm>
          <a:off x="457200" y="1206454"/>
          <a:ext cx="11274552" cy="310896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Name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(Technical)</a:t>
                      </a:r>
                      <a:endParaRPr lang="en-US" sz="16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Member Name ]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Describe specific technical contribution]</a:t>
                      </a: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029D62-4C62-A749-15CA-9F5DD337DE2A}"/>
              </a:ext>
            </a:extLst>
          </p:cNvPr>
          <p:cNvSpPr txBox="1"/>
          <p:nvPr/>
        </p:nvSpPr>
        <p:spPr>
          <a:xfrm>
            <a:off x="371902" y="221425"/>
            <a:ext cx="60937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Denosing</a:t>
            </a:r>
            <a:r>
              <a:rPr lang="en-IN" dirty="0"/>
              <a:t> Approach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F6BEE4-313D-0380-303B-32E07AFEE721}"/>
              </a:ext>
            </a:extLst>
          </p:cNvPr>
          <p:cNvSpPr txBox="1"/>
          <p:nvPr/>
        </p:nvSpPr>
        <p:spPr>
          <a:xfrm>
            <a:off x="1054290" y="529202"/>
            <a:ext cx="60937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-explain how the noise is added to the dataset</a:t>
            </a:r>
          </a:p>
        </p:txBody>
      </p:sp>
    </p:spTree>
    <p:extLst>
      <p:ext uri="{BB962C8B-B14F-4D97-AF65-F5344CB8AC3E}">
        <p14:creationId xmlns:p14="http://schemas.microsoft.com/office/powerpoint/2010/main" val="236890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90922A-A26C-AF6C-DF9E-AC0742BA3D66}"/>
              </a:ext>
            </a:extLst>
          </p:cNvPr>
          <p:cNvSpPr txBox="1"/>
          <p:nvPr/>
        </p:nvSpPr>
        <p:spPr>
          <a:xfrm>
            <a:off x="467436" y="316960"/>
            <a:ext cx="60937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Deep learning Models for Denoising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F5D41F-8313-7F52-9214-591B66B38CE7}"/>
              </a:ext>
            </a:extLst>
          </p:cNvPr>
          <p:cNvSpPr txBox="1"/>
          <p:nvPr/>
        </p:nvSpPr>
        <p:spPr>
          <a:xfrm>
            <a:off x="1190767" y="932569"/>
            <a:ext cx="60937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Identify one deep learning model for the application and add the </a:t>
            </a:r>
            <a:r>
              <a:rPr lang="en-IN" dirty="0" err="1"/>
              <a:t>github</a:t>
            </a:r>
            <a:r>
              <a:rPr lang="en-IN" dirty="0"/>
              <a:t> </a:t>
            </a:r>
            <a:r>
              <a:rPr lang="en-IN" dirty="0" err="1"/>
              <a:t>url</a:t>
            </a:r>
            <a:r>
              <a:rPr lang="en-IN" dirty="0"/>
              <a:t> for the code and architecture details</a:t>
            </a:r>
          </a:p>
        </p:txBody>
      </p:sp>
    </p:spTree>
    <p:extLst>
      <p:ext uri="{BB962C8B-B14F-4D97-AF65-F5344CB8AC3E}">
        <p14:creationId xmlns:p14="http://schemas.microsoft.com/office/powerpoint/2010/main" val="292617893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D2EC4925-13C0-4F9C-9EC6-BA379B2903BA}" vid="{D05CAAF7-8C12-42B7-AE16-5E8F348BAE34}"/>
    </a:ext>
  </a:extLst>
</a:theme>
</file>

<file path=ppt/theme/theme2.xml><?xml version="1.0" encoding="utf-8"?>
<a:theme xmlns:a="http://schemas.openxmlformats.org/drawingml/2006/main" name="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resentation Cover pag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Presentation Cover pag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33</TotalTime>
  <Words>195</Words>
  <Application>Microsoft Office PowerPoint</Application>
  <PresentationFormat>Widescreen</PresentationFormat>
  <Paragraphs>54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Arial</vt:lpstr>
      <vt:lpstr>Avenir</vt:lpstr>
      <vt:lpstr>Calibri</vt:lpstr>
      <vt:lpstr>Cambria</vt:lpstr>
      <vt:lpstr>Garamond</vt:lpstr>
      <vt:lpstr>Poppins</vt:lpstr>
      <vt:lpstr>Theme1</vt:lpstr>
      <vt:lpstr>Presentation slides</vt:lpstr>
      <vt:lpstr>Presentation Cover page</vt:lpstr>
      <vt:lpstr>1_Presentation Cover page</vt:lpstr>
      <vt:lpstr>1_Presentation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Bagyammal T (CSE)</cp:lastModifiedBy>
  <cp:revision>9</cp:revision>
  <dcterms:created xsi:type="dcterms:W3CDTF">2026-08-20T08:53:47Z</dcterms:created>
  <dcterms:modified xsi:type="dcterms:W3CDTF">2026-09-09T09:32:59Z</dcterms:modified>
</cp:coreProperties>
</file>